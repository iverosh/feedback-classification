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9359B4-AE4E-6694-8EC5-5456D5AC7F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F24817C-B851-7088-FFC1-B4F312FDDF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6FDD880-65A2-F43F-777F-4BB94E655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3B14C-06D6-47DF-ABC0-B8BFB1F205B9}" type="datetimeFigureOut">
              <a:rPr lang="ru-RU" smtClean="0"/>
              <a:t>18.11.2024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D57F7E5-F6D3-DB7A-2BED-1BC2107C2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301D5EB-9C2A-041A-A70E-8C7AD4F8C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F987F-8E05-46E8-8868-EF03F16EBC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413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B95034-FCB3-E675-5B31-48FC08650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4FC2183-4A13-C47C-E6BD-37E27C1344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0023ED2-AD92-83A7-5834-74071FF68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3B14C-06D6-47DF-ABC0-B8BFB1F205B9}" type="datetimeFigureOut">
              <a:rPr lang="ru-RU" smtClean="0"/>
              <a:t>18.11.2024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37FAE8B-DA6E-821C-592D-17E00028C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7443218-6D5A-4AB0-0B7C-D73B6D91F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F987F-8E05-46E8-8868-EF03F16EBC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0716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5206DB-1EFA-6673-1E87-11CF49E6F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CB09B01-7AE5-2789-0604-CC99BD18E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0541069-0CC9-A8F6-1763-924D44865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3B14C-06D6-47DF-ABC0-B8BFB1F205B9}" type="datetimeFigureOut">
              <a:rPr lang="ru-RU" smtClean="0"/>
              <a:t>18.11.2024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0802F86-CC1C-EE10-5419-D80E2F1F4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B8662AF-BFF9-C638-A5A1-1910E2331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F987F-8E05-46E8-8868-EF03F16EBC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1440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9193F0-51EC-44CE-FA7C-77BCE6BAC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4602085-E350-AF00-B854-1F19090A51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B50E492-29E0-841B-5FFF-6310687CF5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784A58C-0D3C-8D04-8CD8-4DF323B32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3B14C-06D6-47DF-ABC0-B8BFB1F205B9}" type="datetimeFigureOut">
              <a:rPr lang="ru-RU" smtClean="0"/>
              <a:t>18.11.2024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32E906E-FF89-601E-69A2-4AE97971F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37DFEC1-B913-E226-AD60-97991359B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F987F-8E05-46E8-8868-EF03F16EBC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29228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31563A-CEF1-3379-54AC-84910661A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449ED69-992E-C6C1-1D16-0F2B23F09B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F171673-D8C8-0F6E-895F-29E0AA0981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BF9982B-C829-59D2-F92F-99DF76E4FF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B66C402-9BC4-0989-F345-ACE4C310DA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A33CEDB-C188-026D-2402-4DFA76EC7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3B14C-06D6-47DF-ABC0-B8BFB1F205B9}" type="datetimeFigureOut">
              <a:rPr lang="ru-RU" smtClean="0"/>
              <a:t>18.11.2024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76C6C03-1D43-E96F-EE21-75C389871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58A51D2-0E43-0CD1-DAE6-B656EC95E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F987F-8E05-46E8-8868-EF03F16EBC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278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1FCD71-3D99-FF42-E537-1449E7C61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00F01F0-FE61-FDE3-EEE5-74284A0BE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3B14C-06D6-47DF-ABC0-B8BFB1F205B9}" type="datetimeFigureOut">
              <a:rPr lang="ru-RU" smtClean="0"/>
              <a:t>18.11.2024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EDF0EFF-64F2-3B08-B3CD-ABBE840BB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03CB65A-B89B-8E51-CBB4-A3DD87FD1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F987F-8E05-46E8-8868-EF03F16EBC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4325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2B412A5-8500-E218-2B9B-16560FA5F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3B14C-06D6-47DF-ABC0-B8BFB1F205B9}" type="datetimeFigureOut">
              <a:rPr lang="ru-RU" smtClean="0"/>
              <a:t>18.11.2024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1AF8AF77-B482-CCBD-110E-09669098D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116DBDF-18C0-F5E1-8735-6BE222CDB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F987F-8E05-46E8-8868-EF03F16EBC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7538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12790C-6B83-0404-2BA5-A83347B42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B5F79B4-835A-4E9B-3C45-B3DC975EC9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435F5D7-2251-ACA1-D8EB-E8CE5995D4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36FC9FE-92B9-1ABF-3B3B-57C4D7E5E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3B14C-06D6-47DF-ABC0-B8BFB1F205B9}" type="datetimeFigureOut">
              <a:rPr lang="ru-RU" smtClean="0"/>
              <a:t>18.11.2024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A179C0D-C65D-49BB-0A32-7ABC9318A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A0C4417-6E49-A8A6-90FB-A306ADF38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F987F-8E05-46E8-8868-EF03F16EBC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8692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86254C-4DB8-0083-5CDE-64EE08AA5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B4704B6-F0B1-3BA9-F2DF-E23C1BC84C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F12AEE0-BC2B-EC79-0B0A-9D4B0E6E90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67A3ED9-F8E0-27C2-42B6-72A8D0287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3B14C-06D6-47DF-ABC0-B8BFB1F205B9}" type="datetimeFigureOut">
              <a:rPr lang="ru-RU" smtClean="0"/>
              <a:t>18.11.2024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B375B46-52F5-369D-16E3-FE4876BB0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7CCE093-0407-616E-55DD-160C802DC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F987F-8E05-46E8-8868-EF03F16EBC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25006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BA86CD-35BB-303A-943E-F962CC22C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708826A-F8A5-D163-CF34-EDACEA79A9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6D25CAC-6587-4FC7-7F0F-D2AFCB96A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3B14C-06D6-47DF-ABC0-B8BFB1F205B9}" type="datetimeFigureOut">
              <a:rPr lang="ru-RU" smtClean="0"/>
              <a:t>18.11.2024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6544D11-AAA2-A8EA-733A-DD433A6FB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9B59359-691A-7610-3558-C83B2A52B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F987F-8E05-46E8-8868-EF03F16EBC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0914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CF13165-C827-190A-292A-0048211B29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6E60F1F-DE28-984C-DC90-315E7DBC7F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E831900-A253-4B7C-D5C3-6FB0435AC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3B14C-06D6-47DF-ABC0-B8BFB1F205B9}" type="datetimeFigureOut">
              <a:rPr lang="ru-RU" smtClean="0"/>
              <a:t>18.11.2024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049CCB0-55E1-A947-B146-B2B1754B2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3B8E25B-5AAF-B708-B831-4261DF687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F987F-8E05-46E8-8868-EF03F16EBC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8356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2169A9-F9BA-897D-1CF6-4648C7113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56811C8-0DB4-EBE6-4276-A3E1023A0E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355DD6E-C7A4-26D8-4941-16CF4E971E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63B14C-06D6-47DF-ABC0-B8BFB1F205B9}" type="datetimeFigureOut">
              <a:rPr lang="ru-RU" smtClean="0"/>
              <a:t>18.11.2024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7D6EE74-92D2-91C5-E0DC-948244069C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EDBC618-CDF3-ED8D-13B1-403524AC76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2F987F-8E05-46E8-8868-EF03F16EBC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3166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8473EB-7DD0-8290-56A7-5EFE2C192D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Классификация отзывов </a:t>
            </a:r>
            <a:br>
              <a:rPr lang="ru-RU" dirty="0"/>
            </a:br>
            <a:r>
              <a:rPr lang="ru-RU" dirty="0"/>
              <a:t>на наличие </a:t>
            </a:r>
            <a:br>
              <a:rPr lang="ru-RU" dirty="0"/>
            </a:br>
            <a:r>
              <a:rPr lang="ru-RU" dirty="0"/>
              <a:t>нецензурных выражений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CE4CBF7-3154-D880-0044-9A91419D00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Ерошкин Иван </a:t>
            </a:r>
          </a:p>
          <a:p>
            <a:r>
              <a:rPr lang="ru-RU" dirty="0"/>
              <a:t>19.11.24</a:t>
            </a:r>
          </a:p>
          <a:p>
            <a:r>
              <a:rPr lang="ru-RU" dirty="0" err="1"/>
              <a:t>Техношкола</a:t>
            </a:r>
            <a:r>
              <a:rPr lang="ru-RU" dirty="0"/>
              <a:t> DS WB Осень 2024</a:t>
            </a:r>
          </a:p>
        </p:txBody>
      </p:sp>
    </p:spTree>
    <p:extLst>
      <p:ext uri="{BB962C8B-B14F-4D97-AF65-F5344CB8AC3E}">
        <p14:creationId xmlns:p14="http://schemas.microsoft.com/office/powerpoint/2010/main" val="34382873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D61948-8CF2-B032-3F0F-39548B814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Анализ данных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105D219-3298-BC4D-6F90-BF58CE03D9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3996" y="1781399"/>
            <a:ext cx="6331085" cy="4351338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Всего 240</a:t>
            </a:r>
            <a:r>
              <a:rPr lang="en-US" dirty="0"/>
              <a:t> </a:t>
            </a:r>
            <a:r>
              <a:rPr lang="ru-RU" dirty="0"/>
              <a:t>159 экземпляров</a:t>
            </a:r>
            <a:endParaRPr lang="en-US" dirty="0"/>
          </a:p>
          <a:p>
            <a:pPr marL="0" indent="0">
              <a:buNone/>
            </a:pPr>
            <a:r>
              <a:rPr lang="ru-RU" dirty="0"/>
              <a:t>больше 50 слов: 10 680</a:t>
            </a:r>
          </a:p>
          <a:p>
            <a:pPr marL="0" indent="0">
              <a:buNone/>
            </a:pPr>
            <a:r>
              <a:rPr lang="ru-RU" dirty="0"/>
              <a:t>больше 100 слов: 1 900</a:t>
            </a:r>
          </a:p>
          <a:p>
            <a:pPr marL="0" indent="0">
              <a:buNone/>
            </a:pPr>
            <a:r>
              <a:rPr lang="ru-RU" dirty="0"/>
              <a:t>больше 200 слов: 166</a:t>
            </a:r>
          </a:p>
          <a:p>
            <a:pPr marL="0" indent="0">
              <a:buNone/>
            </a:pPr>
            <a:r>
              <a:rPr lang="ru-RU" dirty="0"/>
              <a:t>больше 300 слов: 42</a:t>
            </a:r>
          </a:p>
          <a:p>
            <a:pPr marL="0" indent="0">
              <a:buNone/>
            </a:pPr>
            <a:r>
              <a:rPr lang="ru-RU" dirty="0"/>
              <a:t>больше 500 слов: 6</a:t>
            </a:r>
          </a:p>
          <a:p>
            <a:pPr marL="0" indent="0">
              <a:buNone/>
            </a:pPr>
            <a:r>
              <a:rPr lang="ru-RU" dirty="0"/>
              <a:t>больше 512 слов: 4</a:t>
            </a:r>
          </a:p>
          <a:p>
            <a:r>
              <a:rPr lang="ru-RU" dirty="0"/>
              <a:t>Экземпляров с меткой 0 в 7 раз больше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859170D-5F48-F847-86C3-652DDC24D6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0723" y="133799"/>
            <a:ext cx="5079329" cy="3295201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D979CA8-0E82-3980-773E-E69B4B2D6A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8818" y="3519959"/>
            <a:ext cx="5205820" cy="2972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3183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4414D3-6831-8AD6-093C-0A3255DA2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Метод решения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CF68F03-FAA5-7DE5-4433-F99E83B593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Для решения задачи была выбрана архитектура </a:t>
            </a:r>
            <a:r>
              <a:rPr lang="en-US" dirty="0"/>
              <a:t>Bert</a:t>
            </a:r>
            <a:r>
              <a:rPr lang="ru-RU" dirty="0"/>
              <a:t> – принимает тексты с не более чем 512 слов</a:t>
            </a:r>
          </a:p>
          <a:p>
            <a:pPr marL="514350" indent="-514350">
              <a:buAutoNum type="arabicPeriod"/>
            </a:pPr>
            <a:r>
              <a:rPr lang="en-US" dirty="0" err="1"/>
              <a:t>rubert</a:t>
            </a:r>
            <a:r>
              <a:rPr lang="en-US" dirty="0"/>
              <a:t>-base-cased – </a:t>
            </a:r>
            <a:r>
              <a:rPr lang="ru-RU" dirty="0"/>
              <a:t>модель </a:t>
            </a:r>
            <a:r>
              <a:rPr lang="en-US" dirty="0" err="1"/>
              <a:t>bert</a:t>
            </a:r>
            <a:r>
              <a:rPr lang="en-US" dirty="0"/>
              <a:t> </a:t>
            </a:r>
            <a:r>
              <a:rPr lang="ru-RU" dirty="0"/>
              <a:t>обученная на данных из русской википедии и новостях</a:t>
            </a:r>
          </a:p>
          <a:p>
            <a:pPr marL="514350" indent="-514350">
              <a:buAutoNum type="arabicPeriod"/>
            </a:pPr>
            <a:r>
              <a:rPr lang="en-US" dirty="0"/>
              <a:t>rubert-toxic-pikabu-2ch – </a:t>
            </a:r>
            <a:r>
              <a:rPr lang="ru-RU" dirty="0"/>
              <a:t>предыдущая модель, </a:t>
            </a:r>
            <a:r>
              <a:rPr lang="ru-RU" dirty="0" err="1"/>
              <a:t>дообученная</a:t>
            </a:r>
            <a:r>
              <a:rPr lang="ru-RU" dirty="0"/>
              <a:t> методом </a:t>
            </a:r>
            <a:r>
              <a:rPr lang="en-US" dirty="0"/>
              <a:t>fine-tuned</a:t>
            </a:r>
            <a:r>
              <a:rPr lang="ru-RU" dirty="0"/>
              <a:t> на датасете </a:t>
            </a:r>
            <a:r>
              <a:rPr lang="en-US" dirty="0"/>
              <a:t>Russian Language Toxic Comments</a:t>
            </a:r>
          </a:p>
        </p:txBody>
      </p:sp>
    </p:spTree>
    <p:extLst>
      <p:ext uri="{BB962C8B-B14F-4D97-AF65-F5344CB8AC3E}">
        <p14:creationId xmlns:p14="http://schemas.microsoft.com/office/powerpoint/2010/main" val="28382316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0CB8F1-0FF7-27F2-EF39-383318906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60473F4-1D34-ECD4-B442-FF2F036BB4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1. </a:t>
            </a:r>
            <a:r>
              <a:rPr lang="en-US" dirty="0" err="1"/>
              <a:t>rubert</a:t>
            </a:r>
            <a:r>
              <a:rPr lang="en-US" dirty="0"/>
              <a:t>-base-cased</a:t>
            </a:r>
            <a:r>
              <a:rPr lang="ru-RU" dirty="0"/>
              <a:t> - 25 000 экземпляров:</a:t>
            </a:r>
            <a:r>
              <a:rPr lang="en-US" dirty="0"/>
              <a:t> F1 = 0.9246</a:t>
            </a:r>
          </a:p>
          <a:p>
            <a:pPr marL="0" indent="0">
              <a:buNone/>
            </a:pPr>
            <a:r>
              <a:rPr lang="en-US" dirty="0"/>
              <a:t>2. </a:t>
            </a:r>
            <a:r>
              <a:rPr lang="en-US" dirty="0" err="1"/>
              <a:t>rubert</a:t>
            </a:r>
            <a:r>
              <a:rPr lang="en-US" dirty="0"/>
              <a:t>-base-cased</a:t>
            </a:r>
            <a:r>
              <a:rPr lang="ru-RU" dirty="0"/>
              <a:t> - </a:t>
            </a:r>
            <a:r>
              <a:rPr lang="en-US" dirty="0"/>
              <a:t>25</a:t>
            </a:r>
            <a:r>
              <a:rPr lang="ru-RU" dirty="0"/>
              <a:t> 000 экземпляров с полным классом 0:</a:t>
            </a:r>
            <a:r>
              <a:rPr lang="en-US" dirty="0"/>
              <a:t> F1 = 0.9246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3. </a:t>
            </a:r>
            <a:r>
              <a:rPr lang="en-US" dirty="0"/>
              <a:t>rubert-toxic-pikabu-2ch</a:t>
            </a:r>
            <a:r>
              <a:rPr lang="ru-RU" dirty="0"/>
              <a:t> – 30 000 экземпляров с полным классом 0: </a:t>
            </a:r>
            <a:r>
              <a:rPr lang="en-US" dirty="0"/>
              <a:t>F1 = 0.9429</a:t>
            </a:r>
          </a:p>
          <a:p>
            <a:pPr marL="0" indent="0">
              <a:buNone/>
            </a:pPr>
            <a:r>
              <a:rPr lang="en-US" dirty="0"/>
              <a:t>4. rubert-toxic-pikabu-2ch</a:t>
            </a:r>
            <a:r>
              <a:rPr lang="ru-RU" dirty="0"/>
              <a:t> – </a:t>
            </a:r>
            <a:r>
              <a:rPr lang="en-US" dirty="0"/>
              <a:t>5</a:t>
            </a:r>
            <a:r>
              <a:rPr lang="ru-RU" dirty="0"/>
              <a:t>0 000 экземпляров с полным классом 0 + взвешивание классов: </a:t>
            </a:r>
            <a:r>
              <a:rPr lang="en-US" dirty="0"/>
              <a:t>F1 = 0.9449</a:t>
            </a: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087927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B71ADD-CD62-4899-B15D-F29EC1B9DB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Спасибо за внимание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65E51FA-B20E-6869-A34A-50C63AB8C24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423010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1065</TotalTime>
  <Words>170</Words>
  <Application>Microsoft Office PowerPoint</Application>
  <PresentationFormat>Широкоэкранный</PresentationFormat>
  <Paragraphs>23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Тема Office</vt:lpstr>
      <vt:lpstr>Классификация отзывов  на наличие  нецензурных выражений</vt:lpstr>
      <vt:lpstr>Анализ данных</vt:lpstr>
      <vt:lpstr>Метод решения</vt:lpstr>
      <vt:lpstr>Результаты</vt:lpstr>
      <vt:lpstr>Спасибо за внимание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Ванек Ерошкин</dc:creator>
  <cp:lastModifiedBy>Ванек Ерошкин</cp:lastModifiedBy>
  <cp:revision>1</cp:revision>
  <dcterms:created xsi:type="dcterms:W3CDTF">2024-11-18T15:53:20Z</dcterms:created>
  <dcterms:modified xsi:type="dcterms:W3CDTF">2024-11-19T09:38:47Z</dcterms:modified>
</cp:coreProperties>
</file>